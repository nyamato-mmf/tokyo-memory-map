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F3756"/>
                </a:solidFill>
                <a:latin typeface="Aptos"/>
              </a:rPr>
              <a:t>写真スキャン後の撮影場所・年代判定フロー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196596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D2D2D"/>
                </a:solidFill>
                <a:latin typeface="Aptos"/>
              </a:rPr>
              <a:t>START
写真スキャン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27632" y="1600200"/>
            <a:ext cx="0" cy="274319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874519"/>
            <a:ext cx="1965960" cy="7772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① 一時保存
unidentified/ に全写真を保存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27632" y="2651760"/>
            <a:ext cx="0" cy="274320"/>
          </a:xfrm>
          <a:prstGeom prst="line">
            <a:avLst/>
          </a:prstGeom>
          <a:ln w="2794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926080"/>
            <a:ext cx="1965960" cy="9144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② スクリプト実行
01_shooting_location_year.ipynb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58768"/>
            <a:ext cx="1691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  <a:latin typeface="Aptos"/>
              </a:rPr>
              <a:t>写真＋インタラクティブ地図を表示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3383280"/>
            <a:ext cx="1097280" cy="0"/>
          </a:xfrm>
          <a:prstGeom prst="line">
            <a:avLst/>
          </a:prstGeom>
          <a:ln w="31750">
            <a:solidFill>
              <a:srgbClr val="1F37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2880360"/>
            <a:ext cx="2057400" cy="10058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2D2D"/>
                </a:solidFill>
                <a:latin typeface="Aptos"/>
              </a:rPr>
              <a:t>判定
撮影場所の特定レベルは？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760720" y="1874519"/>
            <a:ext cx="640080" cy="1188721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3383280"/>
            <a:ext cx="64008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3703320"/>
            <a:ext cx="640080" cy="118872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1143000"/>
            <a:ext cx="2423160" cy="13258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A｜緯度・経度を特定
地図クリック → lat, lon
年／年代を選択 → photo/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2423160" cy="13258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B｜市区町村のみ特定
市区町村を入力／選択
→ unidentified/{市区町村名}/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2423160" cy="13258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C｜特定不能・スキップ
ESC／スキップ
→ unidentified/ に保持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1810512"/>
            <a:ext cx="1234440" cy="3447288"/>
          </a:xfrm>
          <a:prstGeom prst="line">
            <a:avLst/>
          </a:prstGeom>
          <a:ln w="25400">
            <a:solidFill>
              <a:srgbClr val="70AD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23960" y="3401568"/>
            <a:ext cx="1234440" cy="1856232"/>
          </a:xfrm>
          <a:prstGeom prst="line">
            <a:avLst/>
          </a:prstGeom>
          <a:ln w="25400">
            <a:solidFill>
              <a:srgbClr val="4472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23960" y="5010912"/>
            <a:ext cx="1234440" cy="246888"/>
          </a:xfrm>
          <a:prstGeom prst="line">
            <a:avLst/>
          </a:prstGeom>
          <a:ln w="2540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4892040"/>
            <a:ext cx="1920240" cy="7772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次の画像を
自動ロード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5715000"/>
            <a:ext cx="19202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F3756"/>
                </a:solidFill>
                <a:latin typeface="Aptos"/>
              </a:rPr>
              <a:t>未処理画像がある？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108192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  <a:latin typeface="Aptos"/>
              </a:rPr>
              <a:t>YES → 繰り返し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108192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4472C4"/>
                </a:solidFill>
                <a:latin typeface="Aptos"/>
              </a:rPr>
              <a:t>NO → 処理完了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F3756"/>
                </a:solidFill>
                <a:latin typeface="Aptos"/>
              </a:rPr>
              <a:t>判定後の3パターン：保存ルールを明確化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3611880" cy="5257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1800" b="1" dirty="0" err="1">
                <a:solidFill>
                  <a:srgbClr val="2D2D2D"/>
                </a:solidFill>
                <a:latin typeface="Aptos"/>
              </a:rPr>
              <a:t>A｜緯度・経度が特定できる</a:t>
            </a:r>
            <a:endParaRPr sz="1800" b="1" dirty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0632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1  地図上をクリック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2788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→ lat, lon を自動取得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13432" y="2743200"/>
            <a:ext cx="0" cy="228600"/>
          </a:xfrm>
          <a:prstGeom prst="line">
            <a:avLst/>
          </a:prstGeom>
          <a:ln w="2794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2971800"/>
            <a:ext cx="30632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2  撮影年／撮影年代を選択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3432" y="3639312"/>
            <a:ext cx="0" cy="228600"/>
          </a:xfrm>
          <a:prstGeom prst="line">
            <a:avLst/>
          </a:prstGeom>
          <a:ln w="2794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867912"/>
            <a:ext cx="3063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3  photo/ へ移動・保存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19472"/>
            <a:ext cx="2971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特定年：{lat}_{lon}_{year}.jpg
年代：{lat}_{lon}_{years}.jpg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960120"/>
            <a:ext cx="3611880" cy="5257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1800" b="1">
                <a:solidFill>
                  <a:srgbClr val="2D2D2D"/>
                </a:solidFill>
                <a:latin typeface="Aptos"/>
              </a:rPr>
              <a:t>B｜市区町村のみ特定できる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1645920"/>
            <a:ext cx="30632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1  市区町村名を入力／選択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331720"/>
            <a:ext cx="0" cy="246888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62856" y="2578608"/>
            <a:ext cx="3063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2  unidentified/{市区町村名}/
へ移動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3502152"/>
            <a:ext cx="0" cy="246887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62856" y="3749039"/>
            <a:ext cx="3063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元のファイル名を維持
→ 上書きを防止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983480"/>
            <a:ext cx="3017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例：
unidentified/Roppongi/{元ファイル名}.jpg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960120"/>
            <a:ext cx="3611880" cy="52578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1800" b="1">
                <a:solidFill>
                  <a:srgbClr val="2D2D2D"/>
                </a:solidFill>
                <a:latin typeface="Aptos"/>
              </a:rPr>
              <a:t>C｜特定不能／スキップ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645920"/>
            <a:ext cx="30632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1  ESC または「スキップ」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0" y="2331720"/>
            <a:ext cx="0" cy="27432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48472" y="2606040"/>
            <a:ext cx="3063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2  ファイルは移動しない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639312"/>
            <a:ext cx="26517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Aptos"/>
              </a:rPr>
              <a:t>→ unidentified/ に保持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75520" y="4160520"/>
            <a:ext cx="0" cy="27432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48472" y="4434840"/>
            <a:ext cx="3063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後から再判定できる
“保留領域”として維持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F3756"/>
                </a:solidFill>
                <a:latin typeface="Aptos"/>
              </a:rPr>
              <a:t>共通：判定後は次の画像を自動ロード → 未処理画像がなくなるまで繰り返し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Norio Yamato</cp:lastModifiedBy>
  <cp:revision>2</cp:revision>
  <dcterms:created xsi:type="dcterms:W3CDTF">2013-01-27T09:14:16Z</dcterms:created>
  <dcterms:modified xsi:type="dcterms:W3CDTF">2026-09-18T23:23:58Z</dcterms:modified>
  <cp:category/>
</cp:coreProperties>
</file>